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entury Gothic Paneuropean Bold" charset="1" panose="020B0702020202020204"/>
      <p:regular r:id="rId18"/>
    </p:embeddedFont>
    <p:embeddedFont>
      <p:font typeface="Century Gothic Paneuropean" charset="1" panose="020B05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23916" y="1201205"/>
            <a:ext cx="13018493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CLINIC MANAG</a:t>
            </a:r>
            <a:r>
              <a:rPr lang="en-US" b="true" sz="42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EMENT SYSTEM DATABASE PROJECT</a:t>
            </a:r>
          </a:p>
          <a:p>
            <a:pPr algn="ctr">
              <a:lnSpc>
                <a:spcPts val="58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03028" y="3639209"/>
            <a:ext cx="10346002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prepared by : shahd sameh safwat </a:t>
            </a: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ID: 231002256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83514" y="5268223"/>
            <a:ext cx="11385029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submitted to : doc.mohamed elsayeh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048978" y="895350"/>
            <a:ext cx="923866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5369" y="3440935"/>
            <a:ext cx="14605878" cy="317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526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This project is a Clinic Management Database System designed using SQL to manage doctors, patients, departments, and appointments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0567" y="1266831"/>
            <a:ext cx="1098337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PROBLEM STATMENT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28390" y="3390881"/>
            <a:ext cx="13495404" cy="456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</a:p>
          <a:p>
            <a:pPr algn="l">
              <a:lnSpc>
                <a:spcPts val="5319"/>
              </a:lnSpc>
            </a:pPr>
            <a:r>
              <a:rPr lang="en-US" sz="37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Manual clinic management causes:</a:t>
            </a:r>
          </a:p>
          <a:p>
            <a:pPr algn="l">
              <a:lnSpc>
                <a:spcPts val="5319"/>
              </a:lnSpc>
            </a:pP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Errors in scheduling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duplication</a:t>
            </a:r>
          </a:p>
          <a:p>
            <a:pPr algn="l" marL="820419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Difficulty in tracking patients and doctors</a:t>
            </a:r>
          </a:p>
          <a:p>
            <a:pPr algn="l">
              <a:lnSpc>
                <a:spcPts val="531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3125" y="699997"/>
            <a:ext cx="998022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3303" y="2429192"/>
            <a:ext cx="14281394" cy="53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I</a:t>
            </a: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designed and implemented a</a:t>
            </a: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relational database system using SQL to manage clinic operations efficiently.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Key Improvements: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Centralized storage of all clinic data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Reduced data redundancy and errors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Improved appointment scheduling accuracy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Easy retrieval of patient and doctor information</a:t>
            </a: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15238" y="551020"/>
            <a:ext cx="853717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6049" y="2693148"/>
            <a:ext cx="14875903" cy="536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8"/>
              </a:lnSpc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3400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System Includes: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Tables (Doctors, Patients, Clinics, Departments, Appointments)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Views for better data analysis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Triggers to maintain data integrity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SQL queries for data manipulation</a:t>
            </a:r>
          </a:p>
          <a:p>
            <a:pPr algn="l" marL="734064" indent="-367032" lvl="1">
              <a:lnSpc>
                <a:spcPts val="5338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system improves efficiency, accuracy, and organization in clinic management</a:t>
            </a:r>
          </a:p>
          <a:p>
            <a:pPr algn="l">
              <a:lnSpc>
                <a:spcPts val="5338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342611" y="488672"/>
            <a:ext cx="7376332" cy="8807599"/>
          </a:xfrm>
          <a:custGeom>
            <a:avLst/>
            <a:gdLst/>
            <a:ahLst/>
            <a:cxnLst/>
            <a:rect r="r" b="b" t="t" l="l"/>
            <a:pathLst>
              <a:path h="8807599" w="7376332">
                <a:moveTo>
                  <a:pt x="0" y="0"/>
                </a:moveTo>
                <a:lnTo>
                  <a:pt x="7376332" y="0"/>
                </a:lnTo>
                <a:lnTo>
                  <a:pt x="7376332" y="8807600"/>
                </a:lnTo>
                <a:lnTo>
                  <a:pt x="0" y="880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875" r="-1344" b="-139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2347" y="46268"/>
            <a:ext cx="8176416" cy="11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6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ER DIAGRAM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2347" y="1908534"/>
            <a:ext cx="8223868" cy="625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Represents relationships between all entities in the systems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</a:t>
            </a:r>
            <a:r>
              <a:rPr lang="en-US" sz="27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 entities: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Doctors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Patients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Clinics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Department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Appointments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ER diagram helps visualize how data is connected and structured in the database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4023" y="374554"/>
            <a:ext cx="11283914" cy="11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6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DATABASE TABLES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057" y="2231287"/>
            <a:ext cx="14870466" cy="671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1"/>
              </a:lnSpc>
            </a:pP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consists of the following main tables: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Department → stores clinic departments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Doctor → stores doctor information and specialization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Patient → stores patient personal data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Clinic → stores clinic details</a:t>
            </a:r>
          </a:p>
          <a:p>
            <a:pPr algn="l" marL="734059" indent="-367030" lvl="1">
              <a:lnSpc>
                <a:spcPts val="5371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Appointment → manages booking between doctors and patients</a:t>
            </a:r>
          </a:p>
          <a:p>
            <a:pPr algn="l">
              <a:lnSpc>
                <a:spcPts val="5371"/>
              </a:lnSpc>
            </a:pPr>
          </a:p>
          <a:p>
            <a:pPr algn="l">
              <a:lnSpc>
                <a:spcPts val="5371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Each table is connected using primary and foreign keys to maintain relationships.</a:t>
            </a:r>
          </a:p>
          <a:p>
            <a:pPr algn="l">
              <a:lnSpc>
                <a:spcPts val="537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34754" y="631508"/>
            <a:ext cx="13018493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SAMPLE SQL QUERIES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447" y="2648653"/>
            <a:ext cx="14234318" cy="400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2"/>
              </a:lnSpc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Purpose: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Retrieve all doctors in a specific department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Show all upcoming appointments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List patients with their doctors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Count number of appointments per doctor</a:t>
            </a:r>
          </a:p>
          <a:p>
            <a:pPr algn="l" marL="734061" indent="-367031" lvl="1">
              <a:lnSpc>
                <a:spcPts val="5372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demonstrate data retrieval and system functionalit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10196" y="355322"/>
            <a:ext cx="5162775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VIEW</a:t>
            </a: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19497" y="2535975"/>
            <a:ext cx="12189413" cy="468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view is a virtual table used to simplify complex queries.</a:t>
            </a:r>
          </a:p>
          <a:p>
            <a:pPr algn="l">
              <a:lnSpc>
                <a:spcPts val="5337"/>
              </a:lnSpc>
            </a:pP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Benefit:</a:t>
            </a: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Makes data easier to read</a:t>
            </a: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Saves time in writing repeated queries</a:t>
            </a:r>
          </a:p>
          <a:p>
            <a:pPr algn="l" marL="734059" indent="-367030" lvl="1">
              <a:lnSpc>
                <a:spcPts val="5337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Improves data analysis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8447" y="283523"/>
            <a:ext cx="8537178" cy="111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64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TRIGGERS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1606" y="1981449"/>
            <a:ext cx="15600650" cy="6813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trigger is an automatic SQL action executed when a specific event occurs.</a:t>
            </a:r>
          </a:p>
          <a:p>
            <a:pPr algn="l">
              <a:lnSpc>
                <a:spcPts val="5405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Example: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Prevents overlapping appointments for the same doctor</a:t>
            </a:r>
          </a:p>
          <a:p>
            <a:pPr algn="l">
              <a:lnSpc>
                <a:spcPts val="5405"/>
              </a:lnSpc>
            </a:pPr>
          </a:p>
          <a:p>
            <a:pPr algn="l">
              <a:lnSpc>
                <a:spcPts val="5405"/>
              </a:lnSpc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3399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Benefits: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Maintains data consistency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Prevents scheduling conflicts</a:t>
            </a:r>
          </a:p>
          <a:p>
            <a:pPr algn="l" marL="734059" indent="-367030" lvl="1">
              <a:lnSpc>
                <a:spcPts val="540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Reduces human errors</a:t>
            </a:r>
          </a:p>
          <a:p>
            <a:pPr algn="l">
              <a:lnSpc>
                <a:spcPts val="540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53685" y="355322"/>
            <a:ext cx="853717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5204" y="1843190"/>
            <a:ext cx="15163222" cy="681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ClinicDB system provides an efficient solution for managing clinic operations.</a:t>
            </a:r>
          </a:p>
          <a:p>
            <a:pPr algn="l">
              <a:lnSpc>
                <a:spcPts val="5415"/>
              </a:lnSpc>
            </a:pPr>
          </a:p>
          <a:p>
            <a:pPr algn="l">
              <a:lnSpc>
                <a:spcPts val="5415"/>
              </a:lnSpc>
            </a:pPr>
            <a:r>
              <a:rPr lang="en-US" sz="3406" u="sng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Key Benefits: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Improved data organization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Reduced manual errors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Faster and more accurate appointment management</a:t>
            </a:r>
          </a:p>
          <a:p>
            <a:pPr algn="l" marL="735413" indent="-367707" lvl="1">
              <a:lnSpc>
                <a:spcPts val="5415"/>
              </a:lnSpc>
              <a:buFont typeface="Arial"/>
              <a:buChar char="•"/>
            </a:pPr>
            <a:r>
              <a:rPr lang="en-US" sz="340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system demonstrates how databases can improve real-life healthcare management.</a:t>
            </a:r>
          </a:p>
          <a:p>
            <a:pPr algn="l">
              <a:lnSpc>
                <a:spcPts val="541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332282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DAHKqdVU6eU</dc:identifier>
  <dcterms:modified xsi:type="dcterms:W3CDTF">2011-08-01T06:04:30Z</dcterms:modified>
  <cp:revision>1</cp:revision>
  <dc:title>Final Project Presentation</dc:title>
</cp:coreProperties>
</file>